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A594"/>
    <a:srgbClr val="186218"/>
    <a:srgbClr val="FFFFFF"/>
    <a:srgbClr val="ACEAAC"/>
    <a:srgbClr val="1E781E"/>
    <a:srgbClr val="134D1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8E39A-39EB-423F-8DD4-586FBCE8F3A7}" v="20" dt="2026-03-24T02:20:10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Barclift" userId="1b56a7ce27034b2f" providerId="LiveId" clId="{6F30E09C-F789-4114-9F61-4D9A8F5CCC37}"/>
    <pc:docChg chg="undo custSel addSld modSld">
      <pc:chgData name="Alexis Barclift" userId="1b56a7ce27034b2f" providerId="LiveId" clId="{6F30E09C-F789-4114-9F61-4D9A8F5CCC37}" dt="2026-03-24T23:35:21.987" v="830" actId="242"/>
      <pc:docMkLst>
        <pc:docMk/>
      </pc:docMkLst>
      <pc:sldChg chg="addSp delSp modSp mod">
        <pc:chgData name="Alexis Barclift" userId="1b56a7ce27034b2f" providerId="LiveId" clId="{6F30E09C-F789-4114-9F61-4D9A8F5CCC37}" dt="2026-03-22T02:25:32.820" v="106" actId="164"/>
        <pc:sldMkLst>
          <pc:docMk/>
          <pc:sldMk cId="968169423" sldId="256"/>
        </pc:sldMkLst>
        <pc:spChg chg="mod">
          <ac:chgData name="Alexis Barclift" userId="1b56a7ce27034b2f" providerId="LiveId" clId="{6F30E09C-F789-4114-9F61-4D9A8F5CCC37}" dt="2026-03-22T02:13:20.524" v="65" actId="164"/>
          <ac:spMkLst>
            <pc:docMk/>
            <pc:sldMk cId="968169423" sldId="256"/>
            <ac:spMk id="10" creationId="{287E41B1-3E99-708C-CA85-9D040FB5F092}"/>
          </ac:spMkLst>
        </pc:spChg>
        <pc:spChg chg="add mod">
          <ac:chgData name="Alexis Barclift" userId="1b56a7ce27034b2f" providerId="LiveId" clId="{6F30E09C-F789-4114-9F61-4D9A8F5CCC37}" dt="2026-03-22T02:13:20.524" v="65" actId="164"/>
          <ac:spMkLst>
            <pc:docMk/>
            <pc:sldMk cId="968169423" sldId="256"/>
            <ac:spMk id="13" creationId="{9DC47AAE-BCB0-A1A4-6A03-1E24F0E9BD84}"/>
          </ac:spMkLst>
        </pc:spChg>
        <pc:spChg chg="add mod ord">
          <ac:chgData name="Alexis Barclift" userId="1b56a7ce27034b2f" providerId="LiveId" clId="{6F30E09C-F789-4114-9F61-4D9A8F5CCC37}" dt="2026-03-22T02:25:32.820" v="106" actId="164"/>
          <ac:spMkLst>
            <pc:docMk/>
            <pc:sldMk cId="968169423" sldId="256"/>
            <ac:spMk id="15" creationId="{15998F98-78F5-6927-4128-CCAD8E315AC7}"/>
          </ac:spMkLst>
        </pc:spChg>
        <pc:grpChg chg="add mod">
          <ac:chgData name="Alexis Barclift" userId="1b56a7ce27034b2f" providerId="LiveId" clId="{6F30E09C-F789-4114-9F61-4D9A8F5CCC37}" dt="2026-03-22T02:25:32.820" v="106" actId="164"/>
          <ac:grpSpMkLst>
            <pc:docMk/>
            <pc:sldMk cId="968169423" sldId="256"/>
            <ac:grpSpMk id="14" creationId="{DD29BC55-6AF0-9E87-7A1C-3B0080840B2E}"/>
          </ac:grpSpMkLst>
        </pc:grpChg>
        <pc:grpChg chg="add mod">
          <ac:chgData name="Alexis Barclift" userId="1b56a7ce27034b2f" providerId="LiveId" clId="{6F30E09C-F789-4114-9F61-4D9A8F5CCC37}" dt="2026-03-22T02:25:32.820" v="106" actId="164"/>
          <ac:grpSpMkLst>
            <pc:docMk/>
            <pc:sldMk cId="968169423" sldId="256"/>
            <ac:grpSpMk id="16" creationId="{C5680FB2-FD33-D266-D366-E63C5D97425E}"/>
          </ac:grpSpMkLst>
        </pc:grpChg>
        <pc:picChg chg="mod">
          <ac:chgData name="Alexis Barclift" userId="1b56a7ce27034b2f" providerId="LiveId" clId="{6F30E09C-F789-4114-9F61-4D9A8F5CCC37}" dt="2026-03-22T02:13:20.524" v="65" actId="164"/>
          <ac:picMkLst>
            <pc:docMk/>
            <pc:sldMk cId="968169423" sldId="256"/>
            <ac:picMk id="5" creationId="{4B0B52F0-A31C-7BE9-D1C9-4C2F65DA2171}"/>
          </ac:picMkLst>
        </pc:picChg>
        <pc:picChg chg="mod">
          <ac:chgData name="Alexis Barclift" userId="1b56a7ce27034b2f" providerId="LiveId" clId="{6F30E09C-F789-4114-9F61-4D9A8F5CCC37}" dt="2026-03-22T02:13:20.524" v="65" actId="164"/>
          <ac:picMkLst>
            <pc:docMk/>
            <pc:sldMk cId="968169423" sldId="256"/>
            <ac:picMk id="9" creationId="{2B02FEAA-5C44-618A-6C0E-28940882F98B}"/>
          </ac:picMkLst>
        </pc:picChg>
      </pc:sldChg>
      <pc:sldChg chg="addSp delSp modSp mod">
        <pc:chgData name="Alexis Barclift" userId="1b56a7ce27034b2f" providerId="LiveId" clId="{6F30E09C-F789-4114-9F61-4D9A8F5CCC37}" dt="2026-03-23T02:09:37.535" v="370" actId="1076"/>
        <pc:sldMkLst>
          <pc:docMk/>
          <pc:sldMk cId="1988845803" sldId="257"/>
        </pc:sldMkLst>
        <pc:spChg chg="mod topLvl">
          <ac:chgData name="Alexis Barclift" userId="1b56a7ce27034b2f" providerId="LiveId" clId="{6F30E09C-F789-4114-9F61-4D9A8F5CCC37}" dt="2026-03-23T02:07:57.451" v="354" actId="1076"/>
          <ac:spMkLst>
            <pc:docMk/>
            <pc:sldMk cId="1988845803" sldId="257"/>
            <ac:spMk id="7" creationId="{86C1EB4E-5019-3572-38FA-6CC48AE85A0F}"/>
          </ac:spMkLst>
        </pc:spChg>
        <pc:spChg chg="add mod topLvl">
          <ac:chgData name="Alexis Barclift" userId="1b56a7ce27034b2f" providerId="LiveId" clId="{6F30E09C-F789-4114-9F61-4D9A8F5CCC37}" dt="2026-03-23T02:07:38.206" v="349" actId="165"/>
          <ac:spMkLst>
            <pc:docMk/>
            <pc:sldMk cId="1988845803" sldId="257"/>
            <ac:spMk id="9" creationId="{EC80A21F-D4E2-700E-0587-B45A43149FA1}"/>
          </ac:spMkLst>
        </pc:spChg>
        <pc:spChg chg="add mod ord topLvl">
          <ac:chgData name="Alexis Barclift" userId="1b56a7ce27034b2f" providerId="LiveId" clId="{6F30E09C-F789-4114-9F61-4D9A8F5CCC37}" dt="2026-03-22T02:24:15.200" v="80" actId="165"/>
          <ac:spMkLst>
            <pc:docMk/>
            <pc:sldMk cId="1988845803" sldId="257"/>
            <ac:spMk id="12" creationId="{84C6C1AE-A68A-4164-6BB5-7814990BE221}"/>
          </ac:spMkLst>
        </pc:spChg>
        <pc:grpChg chg="add del mod topLvl">
          <ac:chgData name="Alexis Barclift" userId="1b56a7ce27034b2f" providerId="LiveId" clId="{6F30E09C-F789-4114-9F61-4D9A8F5CCC37}" dt="2026-03-23T02:07:38.206" v="349" actId="165"/>
          <ac:grpSpMkLst>
            <pc:docMk/>
            <pc:sldMk cId="1988845803" sldId="257"/>
            <ac:grpSpMk id="10" creationId="{74EA7AFD-D673-BFCC-A47A-B5C48C541022}"/>
          </ac:grpSpMkLst>
        </pc:grpChg>
        <pc:picChg chg="mod topLvl">
          <ac:chgData name="Alexis Barclift" userId="1b56a7ce27034b2f" providerId="LiveId" clId="{6F30E09C-F789-4114-9F61-4D9A8F5CCC37}" dt="2026-03-23T02:07:57.117" v="353" actId="1076"/>
          <ac:picMkLst>
            <pc:docMk/>
            <pc:sldMk cId="1988845803" sldId="257"/>
            <ac:picMk id="6" creationId="{B88B4FFB-3267-14C7-99F6-C9C85AE949FC}"/>
          </ac:picMkLst>
        </pc:picChg>
        <pc:picChg chg="mod topLvl">
          <ac:chgData name="Alexis Barclift" userId="1b56a7ce27034b2f" providerId="LiveId" clId="{6F30E09C-F789-4114-9F61-4D9A8F5CCC37}" dt="2026-03-23T02:09:37.535" v="370" actId="1076"/>
          <ac:picMkLst>
            <pc:docMk/>
            <pc:sldMk cId="1988845803" sldId="257"/>
            <ac:picMk id="8" creationId="{380E18FC-CFCC-9E08-63BB-065F85A6E594}"/>
          </ac:picMkLst>
        </pc:picChg>
      </pc:sldChg>
      <pc:sldChg chg="addSp delSp modSp new mod">
        <pc:chgData name="Alexis Barclift" userId="1b56a7ce27034b2f" providerId="LiveId" clId="{6F30E09C-F789-4114-9F61-4D9A8F5CCC37}" dt="2026-03-24T23:35:21.987" v="830" actId="242"/>
        <pc:sldMkLst>
          <pc:docMk/>
          <pc:sldMk cId="3092668615" sldId="258"/>
        </pc:sldMkLst>
        <pc:spChg chg="mod">
          <ac:chgData name="Alexis Barclift" userId="1b56a7ce27034b2f" providerId="LiveId" clId="{6F30E09C-F789-4114-9F61-4D9A8F5CCC37}" dt="2026-03-23T20:19:10.271" v="491" actId="242"/>
          <ac:spMkLst>
            <pc:docMk/>
            <pc:sldMk cId="3092668615" sldId="258"/>
            <ac:spMk id="3" creationId="{1D2AF385-B85B-EF6C-1D45-8E2259014498}"/>
          </ac:spMkLst>
        </pc:spChg>
        <pc:spChg chg="add mod">
          <ac:chgData name="Alexis Barclift" userId="1b56a7ce27034b2f" providerId="LiveId" clId="{6F30E09C-F789-4114-9F61-4D9A8F5CCC37}" dt="2026-03-23T20:18:20.447" v="460" actId="1076"/>
          <ac:spMkLst>
            <pc:docMk/>
            <pc:sldMk cId="3092668615" sldId="258"/>
            <ac:spMk id="7" creationId="{22C293D2-0938-3BC5-B9D9-15BEC850645F}"/>
          </ac:spMkLst>
        </pc:spChg>
        <pc:spChg chg="add mod">
          <ac:chgData name="Alexis Barclift" userId="1b56a7ce27034b2f" providerId="LiveId" clId="{6F30E09C-F789-4114-9F61-4D9A8F5CCC37}" dt="2026-03-23T21:29:55.944" v="782" actId="14838"/>
          <ac:spMkLst>
            <pc:docMk/>
            <pc:sldMk cId="3092668615" sldId="258"/>
            <ac:spMk id="8" creationId="{2A3E5C83-34BF-E196-2288-02BB4E4DA539}"/>
          </ac:spMkLst>
        </pc:spChg>
        <pc:spChg chg="add mod">
          <ac:chgData name="Alexis Barclift" userId="1b56a7ce27034b2f" providerId="LiveId" clId="{6F30E09C-F789-4114-9F61-4D9A8F5CCC37}" dt="2026-03-24T23:35:21.987" v="830" actId="242"/>
          <ac:spMkLst>
            <pc:docMk/>
            <pc:sldMk cId="3092668615" sldId="258"/>
            <ac:spMk id="9" creationId="{C7C3162F-C20A-8632-2FBF-A514AE1514DD}"/>
          </ac:spMkLst>
        </pc:spChg>
        <pc:spChg chg="add mod">
          <ac:chgData name="Alexis Barclift" userId="1b56a7ce27034b2f" providerId="LiveId" clId="{6F30E09C-F789-4114-9F61-4D9A8F5CCC37}" dt="2026-03-24T02:33:53.411" v="828" actId="14100"/>
          <ac:spMkLst>
            <pc:docMk/>
            <pc:sldMk cId="3092668615" sldId="258"/>
            <ac:spMk id="10" creationId="{5E271EF3-4881-E83C-3F8F-4E2EE614424D}"/>
          </ac:spMkLst>
        </pc:spChg>
      </pc:sldChg>
      <pc:sldChg chg="addSp delSp modSp new mod">
        <pc:chgData name="Alexis Barclift" userId="1b56a7ce27034b2f" providerId="LiveId" clId="{6F30E09C-F789-4114-9F61-4D9A8F5CCC37}" dt="2026-03-23T21:07:30.490" v="663" actId="27636"/>
        <pc:sldMkLst>
          <pc:docMk/>
          <pc:sldMk cId="1649638712" sldId="259"/>
        </pc:sldMkLst>
        <pc:spChg chg="add mod">
          <ac:chgData name="Alexis Barclift" userId="1b56a7ce27034b2f" providerId="LiveId" clId="{6F30E09C-F789-4114-9F61-4D9A8F5CCC37}" dt="2026-03-23T21:07:30.490" v="663" actId="27636"/>
          <ac:spMkLst>
            <pc:docMk/>
            <pc:sldMk cId="1649638712" sldId="259"/>
            <ac:spMk id="4" creationId="{CA9463EB-41F4-B24D-923F-0B9421185501}"/>
          </ac:spMkLst>
        </pc:spChg>
        <pc:picChg chg="add mod ord">
          <ac:chgData name="Alexis Barclift" userId="1b56a7ce27034b2f" providerId="LiveId" clId="{6F30E09C-F789-4114-9F61-4D9A8F5CCC37}" dt="2026-03-23T02:08:28.585" v="362" actId="167"/>
          <ac:picMkLst>
            <pc:docMk/>
            <pc:sldMk cId="1649638712" sldId="259"/>
            <ac:picMk id="5" creationId="{CECF0DFD-4C78-D23D-8B4D-36B435F78F68}"/>
          </ac:picMkLst>
        </pc:picChg>
        <pc:picChg chg="add mod ord">
          <ac:chgData name="Alexis Barclift" userId="1b56a7ce27034b2f" providerId="LiveId" clId="{6F30E09C-F789-4114-9F61-4D9A8F5CCC37}" dt="2026-03-23T02:19:27.761" v="408" actId="1076"/>
          <ac:picMkLst>
            <pc:docMk/>
            <pc:sldMk cId="1649638712" sldId="259"/>
            <ac:picMk id="6" creationId="{289AEA74-26FF-7558-F3F7-152E011C1C40}"/>
          </ac:picMkLst>
        </pc:picChg>
      </pc:sldChg>
      <pc:sldChg chg="addSp delSp modSp new mod">
        <pc:chgData name="Alexis Barclift" userId="1b56a7ce27034b2f" providerId="LiveId" clId="{6F30E09C-F789-4114-9F61-4D9A8F5CCC37}" dt="2026-03-23T21:07:51.925" v="665" actId="14861"/>
        <pc:sldMkLst>
          <pc:docMk/>
          <pc:sldMk cId="1883421453" sldId="260"/>
        </pc:sldMkLst>
        <pc:spChg chg="del">
          <ac:chgData name="Alexis Barclift" userId="1b56a7ce27034b2f" providerId="LiveId" clId="{6F30E09C-F789-4114-9F61-4D9A8F5CCC37}" dt="2026-03-23T02:10:57.629" v="377" actId="478"/>
          <ac:spMkLst>
            <pc:docMk/>
            <pc:sldMk cId="1883421453" sldId="260"/>
            <ac:spMk id="2" creationId="{02878F94-6118-6058-5A44-B3AD6547FDE3}"/>
          </ac:spMkLst>
        </pc:spChg>
        <pc:spChg chg="del">
          <ac:chgData name="Alexis Barclift" userId="1b56a7ce27034b2f" providerId="LiveId" clId="{6F30E09C-F789-4114-9F61-4D9A8F5CCC37}" dt="2026-03-23T02:10:56.274" v="376" actId="478"/>
          <ac:spMkLst>
            <pc:docMk/>
            <pc:sldMk cId="1883421453" sldId="260"/>
            <ac:spMk id="3" creationId="{922AF184-DE5D-0B95-49B1-1BA1656DE91C}"/>
          </ac:spMkLst>
        </pc:spChg>
        <pc:picChg chg="add mod">
          <ac:chgData name="Alexis Barclift" userId="1b56a7ce27034b2f" providerId="LiveId" clId="{6F30E09C-F789-4114-9F61-4D9A8F5CCC37}" dt="2026-03-23T21:01:41.575" v="516" actId="1076"/>
          <ac:picMkLst>
            <pc:docMk/>
            <pc:sldMk cId="1883421453" sldId="260"/>
            <ac:picMk id="5" creationId="{2181B753-0AB9-ABF0-F713-D6B1BE3FF1C7}"/>
          </ac:picMkLst>
        </pc:picChg>
        <pc:picChg chg="add del mod">
          <ac:chgData name="Alexis Barclift" userId="1b56a7ce27034b2f" providerId="LiveId" clId="{6F30E09C-F789-4114-9F61-4D9A8F5CCC37}" dt="2026-03-23T02:21:39.456" v="423" actId="478"/>
          <ac:picMkLst>
            <pc:docMk/>
            <pc:sldMk cId="1883421453" sldId="260"/>
            <ac:picMk id="7" creationId="{F70AA301-BBC1-2EA3-C095-8745354D7A6B}"/>
          </ac:picMkLst>
        </pc:picChg>
        <pc:picChg chg="add mod">
          <ac:chgData name="Alexis Barclift" userId="1b56a7ce27034b2f" providerId="LiveId" clId="{6F30E09C-F789-4114-9F61-4D9A8F5CCC37}" dt="2026-03-23T21:01:36.730" v="515" actId="1076"/>
          <ac:picMkLst>
            <pc:docMk/>
            <pc:sldMk cId="1883421453" sldId="260"/>
            <ac:picMk id="9" creationId="{3419F963-3E47-BBCD-5BB3-B687BDA5705C}"/>
          </ac:picMkLst>
        </pc:picChg>
        <pc:picChg chg="add mod">
          <ac:chgData name="Alexis Barclift" userId="1b56a7ce27034b2f" providerId="LiveId" clId="{6F30E09C-F789-4114-9F61-4D9A8F5CCC37}" dt="2026-03-23T21:04:15.639" v="578" actId="1076"/>
          <ac:picMkLst>
            <pc:docMk/>
            <pc:sldMk cId="1883421453" sldId="260"/>
            <ac:picMk id="11" creationId="{946DBF75-849B-69FA-E449-864F8401EF7F}"/>
          </ac:picMkLst>
        </pc:picChg>
        <pc:picChg chg="add mod">
          <ac:chgData name="Alexis Barclift" userId="1b56a7ce27034b2f" providerId="LiveId" clId="{6F30E09C-F789-4114-9F61-4D9A8F5CCC37}" dt="2026-03-23T21:06:58.928" v="613" actId="14861"/>
          <ac:picMkLst>
            <pc:docMk/>
            <pc:sldMk cId="1883421453" sldId="260"/>
            <ac:picMk id="13" creationId="{7E79ECF7-DA92-2BB5-BFA0-E4E7B5C4BD59}"/>
          </ac:picMkLst>
        </pc:picChg>
        <pc:picChg chg="add mod">
          <ac:chgData name="Alexis Barclift" userId="1b56a7ce27034b2f" providerId="LiveId" clId="{6F30E09C-F789-4114-9F61-4D9A8F5CCC37}" dt="2026-03-23T21:07:51.925" v="665" actId="14861"/>
          <ac:picMkLst>
            <pc:docMk/>
            <pc:sldMk cId="1883421453" sldId="260"/>
            <ac:picMk id="15" creationId="{3A207393-FE26-3BB8-C70E-6B9A116F94D7}"/>
          </ac:picMkLst>
        </pc:picChg>
      </pc:sldChg>
      <pc:sldChg chg="delSp modSp new mod">
        <pc:chgData name="Alexis Barclift" userId="1b56a7ce27034b2f" providerId="LiveId" clId="{6F30E09C-F789-4114-9F61-4D9A8F5CCC37}" dt="2026-03-23T20:00:30.617" v="455" actId="478"/>
        <pc:sldMkLst>
          <pc:docMk/>
          <pc:sldMk cId="2752774229" sldId="261"/>
        </pc:sldMkLst>
        <pc:spChg chg="del">
          <ac:chgData name="Alexis Barclift" userId="1b56a7ce27034b2f" providerId="LiveId" clId="{6F30E09C-F789-4114-9F61-4D9A8F5CCC37}" dt="2026-03-23T20:00:30.617" v="455" actId="478"/>
          <ac:spMkLst>
            <pc:docMk/>
            <pc:sldMk cId="2752774229" sldId="261"/>
            <ac:spMk id="2" creationId="{C64E3EA3-61E6-C25C-8AEE-015929AFE739}"/>
          </ac:spMkLst>
        </pc:spChg>
        <pc:spChg chg="mod">
          <ac:chgData name="Alexis Barclift" userId="1b56a7ce27034b2f" providerId="LiveId" clId="{6F30E09C-F789-4114-9F61-4D9A8F5CCC37}" dt="2026-03-23T19:59:37.479" v="454" actId="5793"/>
          <ac:spMkLst>
            <pc:docMk/>
            <pc:sldMk cId="2752774229" sldId="261"/>
            <ac:spMk id="3" creationId="{ECCE6813-655E-54A8-F0C7-D63C0893F5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0285-460E-94C3-B5FD-BFA4EF176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7564F-5A5D-0EF5-AAA3-45EC31661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9D75D-A874-4485-FC86-017D47DD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B2531-4D0D-A112-76D7-129595D3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34F05-4BD5-6111-B181-EDA6EF20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0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57D0-9D34-A444-D1DA-26419AE9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B2E4-9D2F-03FB-3F61-3BA3E173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FA90-57DA-C197-2810-0A43C76E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B92F1-470C-6AE7-EEDB-EC5C4DB9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4310F-5688-44FC-0C24-B291D24B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4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CB089-2ACA-E1DA-F3EE-57E0283F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AE471-73A1-F334-E8D4-22FE2C18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AF8F3-284A-B9E5-C552-BC4A8211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169F8-B3BF-C157-E92C-07E1ED38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CB0C0-C978-08C9-4DC1-25A39D37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2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434C-12AA-4DF2-0FFF-D10A9635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E5B3C-1C53-7A7B-643B-28A8E4C82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06E8A-DC7B-2DD4-F969-4C1DD2137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FFFFA-EC7A-B3B8-3F69-F4656425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A85C8-1F96-B49B-F8D7-72A6AA88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7D332-9A71-924F-8C35-33AA4ACD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6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E680-E507-DE6F-D8AF-295FFA3D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DB205-5981-64EE-CF6F-725DE14F5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16F89-E19F-729E-E83A-619F77A4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BE742-B503-1B44-1681-DA1FB3B72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71D00-EB45-3B54-1DA3-D87E90FFD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E734A-2AC9-23BE-B41D-DD7F6D39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361AD-FA7A-95A2-63C9-E6413282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A636B-ECC4-ED0B-28DC-B97E296E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9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7CE2-883E-7ED2-5BA3-D6B5721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32EBE-19CD-9654-10C3-4BF824BE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02CD9-583D-39C8-BBB0-45D3E9AA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4432C-113D-05F9-E7DF-584DC034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1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EDF51-7E6A-2190-E192-7B0DCB2B8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B9296A-203D-56DC-FC10-6B028C78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7A1EE-DA78-F065-C187-2ED0FAC1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5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5721-EBC9-0B6D-EFB0-DA8EF99E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E2678-7012-FA74-C12F-357976B7F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ADD01-C9BD-33FC-2F97-14CDA664B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9E847-D1EB-2BE9-56D5-A82442D3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930B6-E0F6-3A4C-F35F-118B88AE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DA906-C296-B123-97E3-6FE79006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2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C084-EC73-89E1-AC6F-AC84BF71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088ECE-3B08-F05F-1B66-FA3FE5B3B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FC137-032F-939E-F3F8-8A1FCF0A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9EA88-FCF0-CBFD-035C-C68608F8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4422D-2239-EB69-952A-0006D7A4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CBE9E-19EB-B9A6-B8ED-4FEDEBA1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4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7287-18B3-DE85-06AF-730017EE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924C6-8C03-1B40-3B5E-E91499828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BF4AF-C5CF-30E6-47AD-D7048781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7AC07-9E76-191C-10CE-B22F6D5C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EA9D0-E0CC-219B-F3BB-B8BD313F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0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026F9-D27C-FE7F-8517-A00893F84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8D2BB-C3B5-3CB9-FBFA-413503220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A3E30-F7C5-CCBF-5095-DCD083AB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216BD-EAB2-011F-BBD8-1BE025CE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2A8DE-3A49-C155-6F7F-DCF5CA32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FECBE-18AA-4C9C-F771-84AA55DC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9F70-0322-B5D2-26E7-43D94717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373E-78A2-9517-7712-A1514B5D0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3DEFA-5D31-496D-8F73-06CFE7D27DCF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257A-FB9E-7E6C-F492-8B74603A7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AD4FC-96AB-86E9-EEFF-9BA549AA2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012A7-40AD-4638-A24F-ED8F14205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58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5680FB2-FD33-D266-D366-E63C5D97425E}"/>
              </a:ext>
            </a:extLst>
          </p:cNvPr>
          <p:cNvGrpSpPr/>
          <p:nvPr/>
        </p:nvGrpSpPr>
        <p:grpSpPr>
          <a:xfrm>
            <a:off x="2240057" y="-333423"/>
            <a:ext cx="7524846" cy="7524846"/>
            <a:chOff x="2240057" y="-333423"/>
            <a:chExt cx="7524846" cy="752484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5998F98-78F5-6927-4128-CCAD8E315AC7}"/>
                </a:ext>
              </a:extLst>
            </p:cNvPr>
            <p:cNvSpPr/>
            <p:nvPr/>
          </p:nvSpPr>
          <p:spPr>
            <a:xfrm>
              <a:off x="2240057" y="-333423"/>
              <a:ext cx="7524846" cy="7524846"/>
            </a:xfrm>
            <a:prstGeom prst="ellipse">
              <a:avLst/>
            </a:prstGeom>
            <a:solidFill>
              <a:schemeClr val="bg2"/>
            </a:solidFill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D29BC55-6AF0-9E87-7A1C-3B0080840B2E}"/>
                </a:ext>
              </a:extLst>
            </p:cNvPr>
            <p:cNvGrpSpPr/>
            <p:nvPr/>
          </p:nvGrpSpPr>
          <p:grpSpPr>
            <a:xfrm>
              <a:off x="2947553" y="124691"/>
              <a:ext cx="6026727" cy="6026727"/>
              <a:chOff x="2984485" y="0"/>
              <a:chExt cx="6026727" cy="602672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B0B52F0-A31C-7BE9-D1C9-4C2F65DA2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8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4485" y="0"/>
                <a:ext cx="6026727" cy="602672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B02FEAA-5C44-618A-6C0E-28940882F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8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5931" y="929986"/>
                <a:ext cx="4580136" cy="4998027"/>
              </a:xfrm>
              <a:prstGeom prst="rect">
                <a:avLst/>
              </a:prstGeom>
              <a:effectLst>
                <a:outerShdw blurRad="63500" sx="102000" sy="102000" algn="ctr" rotWithShape="0">
                  <a:schemeClr val="bg2">
                    <a:lumMod val="75000"/>
                    <a:alpha val="40000"/>
                  </a:schemeClr>
                </a:outerShdw>
              </a:effec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7E41B1-3E99-708C-CA85-9D040FB5F092}"/>
                  </a:ext>
                </a:extLst>
              </p:cNvPr>
              <p:cNvSpPr txBox="1"/>
              <p:nvPr/>
            </p:nvSpPr>
            <p:spPr>
              <a:xfrm>
                <a:off x="3847495" y="2499012"/>
                <a:ext cx="430070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b="1" dirty="0">
                    <a:solidFill>
                      <a:srgbClr val="186218"/>
                    </a:solidFill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  <a:latin typeface="Castellar" panose="020A0402060406010301" pitchFamily="18" charset="0"/>
                    <a:cs typeface="Adobe Hebrew" panose="02040503050201020203" pitchFamily="18" charset="-79"/>
                  </a:rPr>
                  <a:t>A  B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C47AAE-BCB0-A1A4-6A03-1E24F0E9BD84}"/>
                  </a:ext>
                </a:extLst>
              </p:cNvPr>
              <p:cNvSpPr txBox="1"/>
              <p:nvPr/>
            </p:nvSpPr>
            <p:spPr>
              <a:xfrm>
                <a:off x="5729767" y="2899121"/>
                <a:ext cx="945573" cy="769441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400" dirty="0">
                    <a:solidFill>
                      <a:srgbClr val="186218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Castellar" panose="020A0402060406010301" pitchFamily="18" charset="0"/>
                  </a:rPr>
                  <a:t>&amp;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816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4C6C1AE-A68A-4164-6BB5-7814990BE221}"/>
              </a:ext>
            </a:extLst>
          </p:cNvPr>
          <p:cNvSpPr/>
          <p:nvPr/>
        </p:nvSpPr>
        <p:spPr>
          <a:xfrm>
            <a:off x="2333576" y="-333430"/>
            <a:ext cx="7524846" cy="7524846"/>
          </a:xfrm>
          <a:prstGeom prst="ellipse">
            <a:avLst/>
          </a:prstGeom>
          <a:solidFill>
            <a:schemeClr val="bg2"/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8B4FFB-3267-14C7-99F6-C9C85AE949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55" y="415630"/>
            <a:ext cx="6026727" cy="6026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0E18FC-CFCC-9E08-63BB-065F85A6E5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44" y="384456"/>
            <a:ext cx="6452948" cy="6089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C1EB4E-5019-3572-38FA-6CC48AE85A0F}"/>
              </a:ext>
            </a:extLst>
          </p:cNvPr>
          <p:cNvSpPr txBox="1"/>
          <p:nvPr/>
        </p:nvSpPr>
        <p:spPr>
          <a:xfrm>
            <a:off x="4680287" y="1677808"/>
            <a:ext cx="35225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18621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  <a:cs typeface="Adobe Hebrew" panose="02040503050201020203" pitchFamily="18" charset="-79"/>
              </a:rPr>
              <a:t>	</a:t>
            </a:r>
            <a:r>
              <a:rPr lang="en-US" sz="9600" b="1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  <a:cs typeface="Adobe Hebrew" panose="02040503050201020203" pitchFamily="18" charset="-79"/>
              </a:rPr>
              <a:t>	A</a:t>
            </a:r>
          </a:p>
          <a:p>
            <a:r>
              <a:rPr lang="en-US" sz="9600" b="1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  <a:cs typeface="Adobe Hebrew" panose="02040503050201020203" pitchFamily="18" charset="-79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0A21F-D4E2-700E-0587-B45A43149FA1}"/>
              </a:ext>
            </a:extLst>
          </p:cNvPr>
          <p:cNvSpPr txBox="1"/>
          <p:nvPr/>
        </p:nvSpPr>
        <p:spPr>
          <a:xfrm>
            <a:off x="5885632" y="2924578"/>
            <a:ext cx="945573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98884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AF385-B85B-EF6C-1D45-8E2259014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0116"/>
            <a:ext cx="10515600" cy="2476211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A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SHLEY </a:t>
            </a:r>
            <a:r>
              <a:rPr lang="en-US" sz="48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&amp;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 B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RYAN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October 17, 2026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Rose Hill Manor </a:t>
            </a:r>
            <a:r>
              <a:rPr lang="en-US" sz="24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~</a:t>
            </a:r>
            <a:r>
              <a:rPr lang="en-US" sz="36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aur" panose="02030504050205020304" pitchFamily="18" charset="0"/>
              </a:rPr>
              <a:t> Leesburg, Virginia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293D2-0938-3BC5-B9D9-15BEC850645F}"/>
              </a:ext>
            </a:extLst>
          </p:cNvPr>
          <p:cNvSpPr txBox="1"/>
          <p:nvPr/>
        </p:nvSpPr>
        <p:spPr>
          <a:xfrm>
            <a:off x="9628909" y="5850082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119, 165, </a:t>
            </a:r>
            <a:r>
              <a:rPr lang="en-US" dirty="0">
                <a:solidFill>
                  <a:srgbClr val="77A594"/>
                </a:solidFill>
              </a:rPr>
              <a:t>148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A3E5C83-34BF-E196-2288-02BB4E4DA539}"/>
              </a:ext>
            </a:extLst>
          </p:cNvPr>
          <p:cNvSpPr txBox="1">
            <a:spLocks/>
          </p:cNvSpPr>
          <p:nvPr/>
        </p:nvSpPr>
        <p:spPr>
          <a:xfrm>
            <a:off x="3158836" y="4031674"/>
            <a:ext cx="5434446" cy="2317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O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ur 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S</a:t>
            </a:r>
            <a:r>
              <a:rPr lang="en-US" sz="60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tory</a:t>
            </a:r>
          </a:p>
          <a:p>
            <a:pPr marL="0" indent="0" algn="r">
              <a:buNone/>
            </a:pPr>
            <a:r>
              <a:rPr lang="en-US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began not with a grand romantic gesture...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200" b="1" dirty="0">
              <a:solidFill>
                <a:srgbClr val="77A59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stellar" panose="020A0402060406010301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C3162F-C20A-8632-2FBF-A514AE1514DD}"/>
              </a:ext>
            </a:extLst>
          </p:cNvPr>
          <p:cNvSpPr txBox="1">
            <a:spLocks/>
          </p:cNvSpPr>
          <p:nvPr/>
        </p:nvSpPr>
        <p:spPr>
          <a:xfrm>
            <a:off x="519545" y="602671"/>
            <a:ext cx="7803004" cy="23171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Q</a:t>
            </a:r>
            <a:r>
              <a:rPr lang="en-US" sz="48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&amp;</a:t>
            </a: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stellar" panose="020A0402060406010301" pitchFamily="18" charset="0"/>
              </a:rPr>
              <a:t>A</a:t>
            </a:r>
            <a:endParaRPr lang="en-US" sz="6000" b="1" dirty="0">
              <a:solidFill>
                <a:srgbClr val="77A59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stellar" panose="020A0402060406010301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Everything you’ll need to know for the big day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200" b="1" dirty="0">
              <a:solidFill>
                <a:srgbClr val="77A59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stellar" panose="020A0402060406010301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271EF3-4881-E83C-3F8F-4E2EE614424D}"/>
              </a:ext>
            </a:extLst>
          </p:cNvPr>
          <p:cNvSpPr txBox="1">
            <a:spLocks/>
          </p:cNvSpPr>
          <p:nvPr/>
        </p:nvSpPr>
        <p:spPr>
          <a:xfrm>
            <a:off x="4797136" y="2779574"/>
            <a:ext cx="5760028" cy="134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77A59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Photo Gallery</a:t>
            </a:r>
          </a:p>
        </p:txBody>
      </p:sp>
    </p:spTree>
    <p:extLst>
      <p:ext uri="{BB962C8B-B14F-4D97-AF65-F5344CB8AC3E}">
        <p14:creationId xmlns:p14="http://schemas.microsoft.com/office/powerpoint/2010/main" val="309266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F0DFD-4C78-D23D-8B4D-36B435F78F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045" y="1095285"/>
            <a:ext cx="6744537" cy="4667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9AEA74-26FF-7558-F3F7-152E011C1C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839" y="384461"/>
            <a:ext cx="6452948" cy="608907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9463EB-41F4-B24D-923F-0B9421185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1627" y="2468970"/>
            <a:ext cx="6965372" cy="2529057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862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Hebrew" panose="02040503050201020203" pitchFamily="18" charset="-79"/>
                <a:cs typeface="Adobe Hebrew" panose="02040503050201020203" pitchFamily="18" charset="-79"/>
              </a:rPr>
              <a:t>Where Should I Stay if I Come From Out of Town?</a:t>
            </a:r>
          </a:p>
        </p:txBody>
      </p:sp>
    </p:spTree>
    <p:extLst>
      <p:ext uri="{BB962C8B-B14F-4D97-AF65-F5344CB8AC3E}">
        <p14:creationId xmlns:p14="http://schemas.microsoft.com/office/powerpoint/2010/main" val="164963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1B753-0AB9-ABF0-F713-D6B1BE3FF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80" y="781528"/>
            <a:ext cx="7506748" cy="5591955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19F963-3E47-BBCD-5BB3-B687BDA57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52" y="532148"/>
            <a:ext cx="7106642" cy="5544324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6DBF75-849B-69FA-E449-864F8401E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647" y="532148"/>
            <a:ext cx="7001852" cy="5744377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79ECF7-DA92-2BB5-BFA0-E4E7B5C4B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179" y="413916"/>
            <a:ext cx="6925642" cy="6030167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207393-FE26-3BB8-C70E-6B9A116F94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205" y="442495"/>
            <a:ext cx="7449590" cy="5973009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188342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6813-655E-54A8-F0C7-D63C0893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Our story began not with a grand romantic gesture, but with a shared office, engineering projects, and plenty of coffee breaks at Vandenberg Space Force Base in California. What started as an easy friendship between two engineers - bonding over problem-solving, long workdays, and a mutual love of all things aerospace - slowly turned into something more.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Between launches, deadlines, and laughter-filled conversations, we discovered that the best partnerships aren’t just built in the office or on the launch pad. They’re built on trust, respect, and a shared sense of adventure. From colleagues to close friends to soulmates, our relationship grew naturally, grounded in the same teamwork that first brought us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Now, we're launching our greatest adventure yet together. 🚀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774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4194</TotalTime>
  <Words>203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Adobe Hebrew</vt:lpstr>
      <vt:lpstr>Aptos</vt:lpstr>
      <vt:lpstr>Aptos Display</vt:lpstr>
      <vt:lpstr>Arial</vt:lpstr>
      <vt:lpstr>Castellar</vt:lpstr>
      <vt:lpstr>Centaur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Barclift</dc:creator>
  <cp:lastModifiedBy>Alexis Barclift</cp:lastModifiedBy>
  <cp:revision>1</cp:revision>
  <dcterms:created xsi:type="dcterms:W3CDTF">2026-03-22T01:40:28Z</dcterms:created>
  <dcterms:modified xsi:type="dcterms:W3CDTF">2026-03-24T23:35:25Z</dcterms:modified>
</cp:coreProperties>
</file>