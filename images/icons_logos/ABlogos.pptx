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A594"/>
    <a:srgbClr val="186218"/>
    <a:srgbClr val="FFFFFF"/>
    <a:srgbClr val="ACEAAC"/>
    <a:srgbClr val="1E781E"/>
    <a:srgbClr val="134D13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E4A171-10B6-45BE-ADE5-A31C7DB1069D}" v="7" dt="2026-03-26T01:36:06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s Barclift" userId="1b56a7ce27034b2f" providerId="LiveId" clId="{6F30E09C-F789-4114-9F61-4D9A8F5CCC37}"/>
    <pc:docChg chg="undo custSel addSld modSld">
      <pc:chgData name="Alexis Barclift" userId="1b56a7ce27034b2f" providerId="LiveId" clId="{6F30E09C-F789-4114-9F61-4D9A8F5CCC37}" dt="2026-03-26T01:51:58.608" v="1087" actId="1076"/>
      <pc:docMkLst>
        <pc:docMk/>
      </pc:docMkLst>
      <pc:sldChg chg="addSp delSp modSp mod">
        <pc:chgData name="Alexis Barclift" userId="1b56a7ce27034b2f" providerId="LiveId" clId="{6F30E09C-F789-4114-9F61-4D9A8F5CCC37}" dt="2026-03-22T02:25:32.820" v="106" actId="164"/>
        <pc:sldMkLst>
          <pc:docMk/>
          <pc:sldMk cId="968169423" sldId="256"/>
        </pc:sldMkLst>
        <pc:spChg chg="mod">
          <ac:chgData name="Alexis Barclift" userId="1b56a7ce27034b2f" providerId="LiveId" clId="{6F30E09C-F789-4114-9F61-4D9A8F5CCC37}" dt="2026-03-22T02:13:20.524" v="65" actId="164"/>
          <ac:spMkLst>
            <pc:docMk/>
            <pc:sldMk cId="968169423" sldId="256"/>
            <ac:spMk id="10" creationId="{287E41B1-3E99-708C-CA85-9D040FB5F092}"/>
          </ac:spMkLst>
        </pc:spChg>
        <pc:spChg chg="add mod">
          <ac:chgData name="Alexis Barclift" userId="1b56a7ce27034b2f" providerId="LiveId" clId="{6F30E09C-F789-4114-9F61-4D9A8F5CCC37}" dt="2026-03-22T02:13:20.524" v="65" actId="164"/>
          <ac:spMkLst>
            <pc:docMk/>
            <pc:sldMk cId="968169423" sldId="256"/>
            <ac:spMk id="13" creationId="{9DC47AAE-BCB0-A1A4-6A03-1E24F0E9BD84}"/>
          </ac:spMkLst>
        </pc:spChg>
        <pc:spChg chg="add mod ord">
          <ac:chgData name="Alexis Barclift" userId="1b56a7ce27034b2f" providerId="LiveId" clId="{6F30E09C-F789-4114-9F61-4D9A8F5CCC37}" dt="2026-03-22T02:25:32.820" v="106" actId="164"/>
          <ac:spMkLst>
            <pc:docMk/>
            <pc:sldMk cId="968169423" sldId="256"/>
            <ac:spMk id="15" creationId="{15998F98-78F5-6927-4128-CCAD8E315AC7}"/>
          </ac:spMkLst>
        </pc:spChg>
        <pc:grpChg chg="add mod">
          <ac:chgData name="Alexis Barclift" userId="1b56a7ce27034b2f" providerId="LiveId" clId="{6F30E09C-F789-4114-9F61-4D9A8F5CCC37}" dt="2026-03-22T02:25:32.820" v="106" actId="164"/>
          <ac:grpSpMkLst>
            <pc:docMk/>
            <pc:sldMk cId="968169423" sldId="256"/>
            <ac:grpSpMk id="14" creationId="{DD29BC55-6AF0-9E87-7A1C-3B0080840B2E}"/>
          </ac:grpSpMkLst>
        </pc:grpChg>
        <pc:grpChg chg="add mod">
          <ac:chgData name="Alexis Barclift" userId="1b56a7ce27034b2f" providerId="LiveId" clId="{6F30E09C-F789-4114-9F61-4D9A8F5CCC37}" dt="2026-03-22T02:25:32.820" v="106" actId="164"/>
          <ac:grpSpMkLst>
            <pc:docMk/>
            <pc:sldMk cId="968169423" sldId="256"/>
            <ac:grpSpMk id="16" creationId="{C5680FB2-FD33-D266-D366-E63C5D97425E}"/>
          </ac:grpSpMkLst>
        </pc:grpChg>
        <pc:picChg chg="mod">
          <ac:chgData name="Alexis Barclift" userId="1b56a7ce27034b2f" providerId="LiveId" clId="{6F30E09C-F789-4114-9F61-4D9A8F5CCC37}" dt="2026-03-22T02:13:20.524" v="65" actId="164"/>
          <ac:picMkLst>
            <pc:docMk/>
            <pc:sldMk cId="968169423" sldId="256"/>
            <ac:picMk id="5" creationId="{4B0B52F0-A31C-7BE9-D1C9-4C2F65DA2171}"/>
          </ac:picMkLst>
        </pc:picChg>
        <pc:picChg chg="mod">
          <ac:chgData name="Alexis Barclift" userId="1b56a7ce27034b2f" providerId="LiveId" clId="{6F30E09C-F789-4114-9F61-4D9A8F5CCC37}" dt="2026-03-22T02:13:20.524" v="65" actId="164"/>
          <ac:picMkLst>
            <pc:docMk/>
            <pc:sldMk cId="968169423" sldId="256"/>
            <ac:picMk id="9" creationId="{2B02FEAA-5C44-618A-6C0E-28940882F98B}"/>
          </ac:picMkLst>
        </pc:picChg>
      </pc:sldChg>
      <pc:sldChg chg="addSp delSp modSp mod">
        <pc:chgData name="Alexis Barclift" userId="1b56a7ce27034b2f" providerId="LiveId" clId="{6F30E09C-F789-4114-9F61-4D9A8F5CCC37}" dt="2026-03-23T02:09:37.535" v="370" actId="1076"/>
        <pc:sldMkLst>
          <pc:docMk/>
          <pc:sldMk cId="1988845803" sldId="257"/>
        </pc:sldMkLst>
        <pc:spChg chg="mod topLvl">
          <ac:chgData name="Alexis Barclift" userId="1b56a7ce27034b2f" providerId="LiveId" clId="{6F30E09C-F789-4114-9F61-4D9A8F5CCC37}" dt="2026-03-23T02:07:57.451" v="354" actId="1076"/>
          <ac:spMkLst>
            <pc:docMk/>
            <pc:sldMk cId="1988845803" sldId="257"/>
            <ac:spMk id="7" creationId="{86C1EB4E-5019-3572-38FA-6CC48AE85A0F}"/>
          </ac:spMkLst>
        </pc:spChg>
        <pc:spChg chg="add mod topLvl">
          <ac:chgData name="Alexis Barclift" userId="1b56a7ce27034b2f" providerId="LiveId" clId="{6F30E09C-F789-4114-9F61-4D9A8F5CCC37}" dt="2026-03-23T02:07:38.206" v="349" actId="165"/>
          <ac:spMkLst>
            <pc:docMk/>
            <pc:sldMk cId="1988845803" sldId="257"/>
            <ac:spMk id="9" creationId="{EC80A21F-D4E2-700E-0587-B45A43149FA1}"/>
          </ac:spMkLst>
        </pc:spChg>
        <pc:spChg chg="add mod ord topLvl">
          <ac:chgData name="Alexis Barclift" userId="1b56a7ce27034b2f" providerId="LiveId" clId="{6F30E09C-F789-4114-9F61-4D9A8F5CCC37}" dt="2026-03-22T02:24:15.200" v="80" actId="165"/>
          <ac:spMkLst>
            <pc:docMk/>
            <pc:sldMk cId="1988845803" sldId="257"/>
            <ac:spMk id="12" creationId="{84C6C1AE-A68A-4164-6BB5-7814990BE221}"/>
          </ac:spMkLst>
        </pc:spChg>
        <pc:picChg chg="mod topLvl">
          <ac:chgData name="Alexis Barclift" userId="1b56a7ce27034b2f" providerId="LiveId" clId="{6F30E09C-F789-4114-9F61-4D9A8F5CCC37}" dt="2026-03-23T02:07:57.117" v="353" actId="1076"/>
          <ac:picMkLst>
            <pc:docMk/>
            <pc:sldMk cId="1988845803" sldId="257"/>
            <ac:picMk id="6" creationId="{B88B4FFB-3267-14C7-99F6-C9C85AE949FC}"/>
          </ac:picMkLst>
        </pc:picChg>
        <pc:picChg chg="mod topLvl">
          <ac:chgData name="Alexis Barclift" userId="1b56a7ce27034b2f" providerId="LiveId" clId="{6F30E09C-F789-4114-9F61-4D9A8F5CCC37}" dt="2026-03-23T02:09:37.535" v="370" actId="1076"/>
          <ac:picMkLst>
            <pc:docMk/>
            <pc:sldMk cId="1988845803" sldId="257"/>
            <ac:picMk id="8" creationId="{380E18FC-CFCC-9E08-63BB-065F85A6E594}"/>
          </ac:picMkLst>
        </pc:picChg>
      </pc:sldChg>
      <pc:sldChg chg="addSp delSp modSp new mod">
        <pc:chgData name="Alexis Barclift" userId="1b56a7ce27034b2f" providerId="LiveId" clId="{6F30E09C-F789-4114-9F61-4D9A8F5CCC37}" dt="2026-03-26T00:36:36.876" v="866" actId="21"/>
        <pc:sldMkLst>
          <pc:docMk/>
          <pc:sldMk cId="3092668615" sldId="258"/>
        </pc:sldMkLst>
        <pc:spChg chg="add del mod">
          <ac:chgData name="Alexis Barclift" userId="1b56a7ce27034b2f" providerId="LiveId" clId="{6F30E09C-F789-4114-9F61-4D9A8F5CCC37}" dt="2026-03-26T00:36:36.876" v="866" actId="21"/>
          <ac:spMkLst>
            <pc:docMk/>
            <pc:sldMk cId="3092668615" sldId="258"/>
            <ac:spMk id="2" creationId="{D04AD5DC-6F33-EBC8-74EE-876435D6620E}"/>
          </ac:spMkLst>
        </pc:spChg>
        <pc:spChg chg="mod">
          <ac:chgData name="Alexis Barclift" userId="1b56a7ce27034b2f" providerId="LiveId" clId="{6F30E09C-F789-4114-9F61-4D9A8F5CCC37}" dt="2026-03-23T20:19:10.271" v="491" actId="242"/>
          <ac:spMkLst>
            <pc:docMk/>
            <pc:sldMk cId="3092668615" sldId="258"/>
            <ac:spMk id="3" creationId="{1D2AF385-B85B-EF6C-1D45-8E2259014498}"/>
          </ac:spMkLst>
        </pc:spChg>
        <pc:spChg chg="add mod">
          <ac:chgData name="Alexis Barclift" userId="1b56a7ce27034b2f" providerId="LiveId" clId="{6F30E09C-F789-4114-9F61-4D9A8F5CCC37}" dt="2026-03-23T20:18:20.447" v="460" actId="1076"/>
          <ac:spMkLst>
            <pc:docMk/>
            <pc:sldMk cId="3092668615" sldId="258"/>
            <ac:spMk id="7" creationId="{22C293D2-0938-3BC5-B9D9-15BEC850645F}"/>
          </ac:spMkLst>
        </pc:spChg>
        <pc:spChg chg="add mod">
          <ac:chgData name="Alexis Barclift" userId="1b56a7ce27034b2f" providerId="LiveId" clId="{6F30E09C-F789-4114-9F61-4D9A8F5CCC37}" dt="2026-03-23T21:29:55.944" v="782" actId="14838"/>
          <ac:spMkLst>
            <pc:docMk/>
            <pc:sldMk cId="3092668615" sldId="258"/>
            <ac:spMk id="8" creationId="{2A3E5C83-34BF-E196-2288-02BB4E4DA539}"/>
          </ac:spMkLst>
        </pc:spChg>
        <pc:spChg chg="add mod">
          <ac:chgData name="Alexis Barclift" userId="1b56a7ce27034b2f" providerId="LiveId" clId="{6F30E09C-F789-4114-9F61-4D9A8F5CCC37}" dt="2026-03-24T23:35:21.987" v="830" actId="242"/>
          <ac:spMkLst>
            <pc:docMk/>
            <pc:sldMk cId="3092668615" sldId="258"/>
            <ac:spMk id="9" creationId="{C7C3162F-C20A-8632-2FBF-A514AE1514DD}"/>
          </ac:spMkLst>
        </pc:spChg>
        <pc:spChg chg="add mod">
          <ac:chgData name="Alexis Barclift" userId="1b56a7ce27034b2f" providerId="LiveId" clId="{6F30E09C-F789-4114-9F61-4D9A8F5CCC37}" dt="2026-03-24T02:33:53.411" v="828" actId="14100"/>
          <ac:spMkLst>
            <pc:docMk/>
            <pc:sldMk cId="3092668615" sldId="258"/>
            <ac:spMk id="10" creationId="{5E271EF3-4881-E83C-3F8F-4E2EE614424D}"/>
          </ac:spMkLst>
        </pc:spChg>
      </pc:sldChg>
      <pc:sldChg chg="addSp delSp modSp new mod">
        <pc:chgData name="Alexis Barclift" userId="1b56a7ce27034b2f" providerId="LiveId" clId="{6F30E09C-F789-4114-9F61-4D9A8F5CCC37}" dt="2026-03-23T21:07:30.490" v="663" actId="27636"/>
        <pc:sldMkLst>
          <pc:docMk/>
          <pc:sldMk cId="1649638712" sldId="259"/>
        </pc:sldMkLst>
        <pc:spChg chg="add mod">
          <ac:chgData name="Alexis Barclift" userId="1b56a7ce27034b2f" providerId="LiveId" clId="{6F30E09C-F789-4114-9F61-4D9A8F5CCC37}" dt="2026-03-23T21:07:30.490" v="663" actId="27636"/>
          <ac:spMkLst>
            <pc:docMk/>
            <pc:sldMk cId="1649638712" sldId="259"/>
            <ac:spMk id="4" creationId="{CA9463EB-41F4-B24D-923F-0B9421185501}"/>
          </ac:spMkLst>
        </pc:spChg>
        <pc:picChg chg="add mod ord">
          <ac:chgData name="Alexis Barclift" userId="1b56a7ce27034b2f" providerId="LiveId" clId="{6F30E09C-F789-4114-9F61-4D9A8F5CCC37}" dt="2026-03-23T02:08:28.585" v="362" actId="167"/>
          <ac:picMkLst>
            <pc:docMk/>
            <pc:sldMk cId="1649638712" sldId="259"/>
            <ac:picMk id="5" creationId="{CECF0DFD-4C78-D23D-8B4D-36B435F78F68}"/>
          </ac:picMkLst>
        </pc:picChg>
        <pc:picChg chg="add mod ord">
          <ac:chgData name="Alexis Barclift" userId="1b56a7ce27034b2f" providerId="LiveId" clId="{6F30E09C-F789-4114-9F61-4D9A8F5CCC37}" dt="2026-03-23T02:19:27.761" v="408" actId="1076"/>
          <ac:picMkLst>
            <pc:docMk/>
            <pc:sldMk cId="1649638712" sldId="259"/>
            <ac:picMk id="6" creationId="{289AEA74-26FF-7558-F3F7-152E011C1C40}"/>
          </ac:picMkLst>
        </pc:picChg>
      </pc:sldChg>
      <pc:sldChg chg="addSp delSp modSp new mod">
        <pc:chgData name="Alexis Barclift" userId="1b56a7ce27034b2f" providerId="LiveId" clId="{6F30E09C-F789-4114-9F61-4D9A8F5CCC37}" dt="2026-03-23T21:07:51.925" v="665" actId="14861"/>
        <pc:sldMkLst>
          <pc:docMk/>
          <pc:sldMk cId="1883421453" sldId="260"/>
        </pc:sldMkLst>
        <pc:picChg chg="add mod">
          <ac:chgData name="Alexis Barclift" userId="1b56a7ce27034b2f" providerId="LiveId" clId="{6F30E09C-F789-4114-9F61-4D9A8F5CCC37}" dt="2026-03-23T21:01:41.575" v="516" actId="1076"/>
          <ac:picMkLst>
            <pc:docMk/>
            <pc:sldMk cId="1883421453" sldId="260"/>
            <ac:picMk id="5" creationId="{2181B753-0AB9-ABF0-F713-D6B1BE3FF1C7}"/>
          </ac:picMkLst>
        </pc:picChg>
        <pc:picChg chg="add mod">
          <ac:chgData name="Alexis Barclift" userId="1b56a7ce27034b2f" providerId="LiveId" clId="{6F30E09C-F789-4114-9F61-4D9A8F5CCC37}" dt="2026-03-23T21:01:36.730" v="515" actId="1076"/>
          <ac:picMkLst>
            <pc:docMk/>
            <pc:sldMk cId="1883421453" sldId="260"/>
            <ac:picMk id="9" creationId="{3419F963-3E47-BBCD-5BB3-B687BDA5705C}"/>
          </ac:picMkLst>
        </pc:picChg>
        <pc:picChg chg="add mod">
          <ac:chgData name="Alexis Barclift" userId="1b56a7ce27034b2f" providerId="LiveId" clId="{6F30E09C-F789-4114-9F61-4D9A8F5CCC37}" dt="2026-03-23T21:04:15.639" v="578" actId="1076"/>
          <ac:picMkLst>
            <pc:docMk/>
            <pc:sldMk cId="1883421453" sldId="260"/>
            <ac:picMk id="11" creationId="{946DBF75-849B-69FA-E449-864F8401EF7F}"/>
          </ac:picMkLst>
        </pc:picChg>
        <pc:picChg chg="add mod">
          <ac:chgData name="Alexis Barclift" userId="1b56a7ce27034b2f" providerId="LiveId" clId="{6F30E09C-F789-4114-9F61-4D9A8F5CCC37}" dt="2026-03-23T21:06:58.928" v="613" actId="14861"/>
          <ac:picMkLst>
            <pc:docMk/>
            <pc:sldMk cId="1883421453" sldId="260"/>
            <ac:picMk id="13" creationId="{7E79ECF7-DA92-2BB5-BFA0-E4E7B5C4BD59}"/>
          </ac:picMkLst>
        </pc:picChg>
        <pc:picChg chg="add mod">
          <ac:chgData name="Alexis Barclift" userId="1b56a7ce27034b2f" providerId="LiveId" clId="{6F30E09C-F789-4114-9F61-4D9A8F5CCC37}" dt="2026-03-23T21:07:51.925" v="665" actId="14861"/>
          <ac:picMkLst>
            <pc:docMk/>
            <pc:sldMk cId="1883421453" sldId="260"/>
            <ac:picMk id="15" creationId="{3A207393-FE26-3BB8-C70E-6B9A116F94D7}"/>
          </ac:picMkLst>
        </pc:picChg>
      </pc:sldChg>
      <pc:sldChg chg="delSp modSp new mod">
        <pc:chgData name="Alexis Barclift" userId="1b56a7ce27034b2f" providerId="LiveId" clId="{6F30E09C-F789-4114-9F61-4D9A8F5CCC37}" dt="2026-03-23T20:00:30.617" v="455" actId="478"/>
        <pc:sldMkLst>
          <pc:docMk/>
          <pc:sldMk cId="2752774229" sldId="261"/>
        </pc:sldMkLst>
        <pc:spChg chg="mod">
          <ac:chgData name="Alexis Barclift" userId="1b56a7ce27034b2f" providerId="LiveId" clId="{6F30E09C-F789-4114-9F61-4D9A8F5CCC37}" dt="2026-03-23T19:59:37.479" v="454" actId="5793"/>
          <ac:spMkLst>
            <pc:docMk/>
            <pc:sldMk cId="2752774229" sldId="261"/>
            <ac:spMk id="3" creationId="{ECCE6813-655E-54A8-F0C7-D63C0893F557}"/>
          </ac:spMkLst>
        </pc:spChg>
      </pc:sldChg>
      <pc:sldChg chg="addSp delSp modSp new mod">
        <pc:chgData name="Alexis Barclift" userId="1b56a7ce27034b2f" providerId="LiveId" clId="{6F30E09C-F789-4114-9F61-4D9A8F5CCC37}" dt="2026-03-26T01:51:58.608" v="1087" actId="1076"/>
        <pc:sldMkLst>
          <pc:docMk/>
          <pc:sldMk cId="3191661835" sldId="262"/>
        </pc:sldMkLst>
        <pc:spChg chg="del">
          <ac:chgData name="Alexis Barclift" userId="1b56a7ce27034b2f" providerId="LiveId" clId="{6F30E09C-F789-4114-9F61-4D9A8F5CCC37}" dt="2026-03-26T00:36:31.293" v="865" actId="478"/>
          <ac:spMkLst>
            <pc:docMk/>
            <pc:sldMk cId="3191661835" sldId="262"/>
            <ac:spMk id="2" creationId="{FA4557A5-755E-51EB-065F-9CF04E2A7290}"/>
          </ac:spMkLst>
        </pc:spChg>
        <pc:spChg chg="del">
          <ac:chgData name="Alexis Barclift" userId="1b56a7ce27034b2f" providerId="LiveId" clId="{6F30E09C-F789-4114-9F61-4D9A8F5CCC37}" dt="2026-03-26T00:36:29.216" v="864" actId="478"/>
          <ac:spMkLst>
            <pc:docMk/>
            <pc:sldMk cId="3191661835" sldId="262"/>
            <ac:spMk id="3" creationId="{F498ACF1-14DB-879A-321C-D1436F17AB61}"/>
          </ac:spMkLst>
        </pc:spChg>
        <pc:spChg chg="add mod">
          <ac:chgData name="Alexis Barclift" userId="1b56a7ce27034b2f" providerId="LiveId" clId="{6F30E09C-F789-4114-9F61-4D9A8F5CCC37}" dt="2026-03-26T01:51:58.608" v="1087" actId="1076"/>
          <ac:spMkLst>
            <pc:docMk/>
            <pc:sldMk cId="3191661835" sldId="262"/>
            <ac:spMk id="4" creationId="{D04AD5DC-6F33-EBC8-74EE-876435D6620E}"/>
          </ac:spMkLst>
        </pc:spChg>
        <pc:spChg chg="add mod">
          <ac:chgData name="Alexis Barclift" userId="1b56a7ce27034b2f" providerId="LiveId" clId="{6F30E09C-F789-4114-9F61-4D9A8F5CCC37}" dt="2026-03-26T01:51:36.611" v="1069" actId="20577"/>
          <ac:spMkLst>
            <pc:docMk/>
            <pc:sldMk cId="3191661835" sldId="262"/>
            <ac:spMk id="5" creationId="{0BBC9A49-A874-E993-FE0E-4997B78A204E}"/>
          </ac:spMkLst>
        </pc:spChg>
        <pc:spChg chg="add mod">
          <ac:chgData name="Alexis Barclift" userId="1b56a7ce27034b2f" providerId="LiveId" clId="{6F30E09C-F789-4114-9F61-4D9A8F5CCC37}" dt="2026-03-26T01:36:45.683" v="1052" actId="14100"/>
          <ac:spMkLst>
            <pc:docMk/>
            <pc:sldMk cId="3191661835" sldId="262"/>
            <ac:spMk id="6" creationId="{7240AE69-838E-B46B-36A1-8A2C3B3E36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0285-460E-94C3-B5FD-BFA4EF176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97564F-5A5D-0EF5-AAA3-45EC31661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9D75D-A874-4485-FC86-017D47DD2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B2531-4D0D-A112-76D7-129595D3E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34F05-4BD5-6111-B181-EDA6EF20A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02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357D0-9D34-A444-D1DA-26419AE91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EB2E4-9D2F-03FB-3F61-3BA3E1731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EFA90-57DA-C197-2810-0A43C76ED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B92F1-470C-6AE7-EEDB-EC5C4DB97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4310F-5688-44FC-0C24-B291D24B3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40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CB089-2ACA-E1DA-F3EE-57E0283FD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AE471-73A1-F334-E8D4-22FE2C18A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AF8F3-284A-B9E5-C552-BC4A8211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169F8-B3BF-C157-E92C-07E1ED380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CB0C0-C978-08C9-4DC1-25A39D37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24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434C-12AA-4DF2-0FFF-D10A96359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E5B3C-1C53-7A7B-643B-28A8E4C82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06E8A-DC7B-2DD4-F969-4C1DD2137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FFFFA-EC7A-B3B8-3F69-F46564258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A85C8-1F96-B49B-F8D7-72A6AA88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7D332-9A71-924F-8C35-33AA4ACDE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66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5E680-E507-DE6F-D8AF-295FFA3D0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DB205-5981-64EE-CF6F-725DE14F5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16F89-E19F-729E-E83A-619F77A45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2BE742-B503-1B44-1681-DA1FB3B727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D71D00-EB45-3B54-1DA3-D87E90FFD9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5E734A-2AC9-23BE-B41D-DD7F6D39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1361AD-FA7A-95A2-63C9-E6413282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3A636B-ECC4-ED0B-28DC-B97E296EC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93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7CE2-883E-7ED2-5BA3-D6B5721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132EBE-19CD-9654-10C3-4BF824BEF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E02CD9-583D-39C8-BBB0-45D3E9AA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4432C-113D-05F9-E7DF-584DC0348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10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0EDF51-7E6A-2190-E192-7B0DCB2B8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B9296A-203D-56DC-FC10-6B028C783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7A1EE-DA78-F065-C187-2ED0FAC11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51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B5721-EBC9-0B6D-EFB0-DA8EF99E3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E2678-7012-FA74-C12F-357976B7F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ADD01-C9BD-33FC-2F97-14CDA664B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09E847-D1EB-2BE9-56D5-A82442D38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930B6-E0F6-3A4C-F35F-118B88AE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DA906-C296-B123-97E3-6FE79006F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21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C084-EC73-89E1-AC6F-AC84BF71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088ECE-3B08-F05F-1B66-FA3FE5B3B7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FC137-032F-939E-F3F8-8A1FCF0A3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9EA88-FCF0-CBFD-035C-C68608F8F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4422D-2239-EB69-952A-0006D7A4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CBE9E-19EB-B9A6-B8ED-4FEDEBA16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248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17287-18B3-DE85-06AF-730017EE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8924C6-8C03-1B40-3B5E-E91499828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BF4AF-C5CF-30E6-47AD-D7048781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7AC07-9E76-191C-10CE-B22F6D5C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EA9D0-E0CC-219B-F3BB-B8BD313F9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00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C026F9-D27C-FE7F-8517-A00893F848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78D2BB-C3B5-3CB9-FBFA-413503220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A3E30-F7C5-CCBF-5095-DCD083AB1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216BD-EAB2-011F-BBD8-1BE025CE5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2A8DE-3A49-C155-6F7F-DCF5CA324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50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9FECBE-18AA-4C9C-F771-84AA55DC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69F70-0322-B5D2-26E7-43D94717A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8373E-78A2-9517-7712-A1514B5D03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3DEFA-5D31-496D-8F73-06CFE7D27DC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A257A-FB9E-7E6C-F492-8B74603A7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AD4FC-96AB-86E9-EEFF-9BA549AA2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580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C5680FB2-FD33-D266-D366-E63C5D97425E}"/>
              </a:ext>
            </a:extLst>
          </p:cNvPr>
          <p:cNvGrpSpPr/>
          <p:nvPr/>
        </p:nvGrpSpPr>
        <p:grpSpPr>
          <a:xfrm>
            <a:off x="2240057" y="-333423"/>
            <a:ext cx="7524846" cy="7524846"/>
            <a:chOff x="2240057" y="-333423"/>
            <a:chExt cx="7524846" cy="752484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5998F98-78F5-6927-4128-CCAD8E315AC7}"/>
                </a:ext>
              </a:extLst>
            </p:cNvPr>
            <p:cNvSpPr/>
            <p:nvPr/>
          </p:nvSpPr>
          <p:spPr>
            <a:xfrm>
              <a:off x="2240057" y="-333423"/>
              <a:ext cx="7524846" cy="7524846"/>
            </a:xfrm>
            <a:prstGeom prst="ellipse">
              <a:avLst/>
            </a:prstGeom>
            <a:solidFill>
              <a:schemeClr val="bg2"/>
            </a:solidFill>
            <a:effectLst>
              <a:softEdge rad="635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D29BC55-6AF0-9E87-7A1C-3B0080840B2E}"/>
                </a:ext>
              </a:extLst>
            </p:cNvPr>
            <p:cNvGrpSpPr/>
            <p:nvPr/>
          </p:nvGrpSpPr>
          <p:grpSpPr>
            <a:xfrm>
              <a:off x="2947553" y="124691"/>
              <a:ext cx="6026727" cy="6026727"/>
              <a:chOff x="2984485" y="0"/>
              <a:chExt cx="6026727" cy="6026727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4B0B52F0-A31C-7BE9-D1C9-4C2F65DA21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8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84485" y="0"/>
                <a:ext cx="6026727" cy="6026727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2B02FEAA-5C44-618A-6C0E-28940882F9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8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5931" y="929986"/>
                <a:ext cx="4580136" cy="4998027"/>
              </a:xfrm>
              <a:prstGeom prst="rect">
                <a:avLst/>
              </a:prstGeom>
              <a:effectLst>
                <a:outerShdw blurRad="63500" sx="102000" sy="102000" algn="ctr" rotWithShape="0">
                  <a:schemeClr val="bg2">
                    <a:lumMod val="75000"/>
                    <a:alpha val="40000"/>
                  </a:schemeClr>
                </a:outerShdw>
              </a:effec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7E41B1-3E99-708C-CA85-9D040FB5F092}"/>
                  </a:ext>
                </a:extLst>
              </p:cNvPr>
              <p:cNvSpPr txBox="1"/>
              <p:nvPr/>
            </p:nvSpPr>
            <p:spPr>
              <a:xfrm>
                <a:off x="3847495" y="2499012"/>
                <a:ext cx="430070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600" b="1" dirty="0">
                    <a:solidFill>
                      <a:srgbClr val="186218"/>
                    </a:solidFill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  <a:latin typeface="Castellar" panose="020A0402060406010301" pitchFamily="18" charset="0"/>
                    <a:cs typeface="Adobe Hebrew" panose="02040503050201020203" pitchFamily="18" charset="-79"/>
                  </a:rPr>
                  <a:t>A  B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47AAE-BCB0-A1A4-6A03-1E24F0E9BD84}"/>
                  </a:ext>
                </a:extLst>
              </p:cNvPr>
              <p:cNvSpPr txBox="1"/>
              <p:nvPr/>
            </p:nvSpPr>
            <p:spPr>
              <a:xfrm>
                <a:off x="5729767" y="2899121"/>
                <a:ext cx="945573" cy="769441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>
                    <a:solidFill>
                      <a:srgbClr val="186218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Castellar" panose="020A0402060406010301" pitchFamily="18" charset="0"/>
                  </a:rPr>
                  <a:t>&amp;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6816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4C6C1AE-A68A-4164-6BB5-7814990BE221}"/>
              </a:ext>
            </a:extLst>
          </p:cNvPr>
          <p:cNvSpPr/>
          <p:nvPr/>
        </p:nvSpPr>
        <p:spPr>
          <a:xfrm>
            <a:off x="2333576" y="-333430"/>
            <a:ext cx="7524846" cy="7524846"/>
          </a:xfrm>
          <a:prstGeom prst="ellipse">
            <a:avLst/>
          </a:prstGeom>
          <a:solidFill>
            <a:schemeClr val="bg2"/>
          </a:solidFill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8B4FFB-3267-14C7-99F6-C9C85AE949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155" y="415630"/>
            <a:ext cx="6026727" cy="60267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0E18FC-CFCC-9E08-63BB-065F85A6E59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044" y="384456"/>
            <a:ext cx="6452948" cy="60890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C1EB4E-5019-3572-38FA-6CC48AE85A0F}"/>
              </a:ext>
            </a:extLst>
          </p:cNvPr>
          <p:cNvSpPr txBox="1"/>
          <p:nvPr/>
        </p:nvSpPr>
        <p:spPr>
          <a:xfrm>
            <a:off x="4680287" y="1677808"/>
            <a:ext cx="35225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rgbClr val="186218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  <a:cs typeface="Adobe Hebrew" panose="02040503050201020203" pitchFamily="18" charset="-79"/>
              </a:rPr>
              <a:t>	</a:t>
            </a:r>
            <a:r>
              <a:rPr lang="en-US" sz="9600" b="1" dirty="0">
                <a:solidFill>
                  <a:srgbClr val="18621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  <a:cs typeface="Adobe Hebrew" panose="02040503050201020203" pitchFamily="18" charset="-79"/>
              </a:rPr>
              <a:t>	A</a:t>
            </a:r>
          </a:p>
          <a:p>
            <a:r>
              <a:rPr lang="en-US" sz="9600" b="1" dirty="0">
                <a:solidFill>
                  <a:srgbClr val="18621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  <a:cs typeface="Adobe Hebrew" panose="02040503050201020203" pitchFamily="18" charset="-79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0A21F-D4E2-700E-0587-B45A43149FA1}"/>
              </a:ext>
            </a:extLst>
          </p:cNvPr>
          <p:cNvSpPr txBox="1"/>
          <p:nvPr/>
        </p:nvSpPr>
        <p:spPr>
          <a:xfrm>
            <a:off x="5885632" y="2924578"/>
            <a:ext cx="945573" cy="76944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18621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&amp;</a:t>
            </a:r>
          </a:p>
        </p:txBody>
      </p:sp>
    </p:spTree>
    <p:extLst>
      <p:ext uri="{BB962C8B-B14F-4D97-AF65-F5344CB8AC3E}">
        <p14:creationId xmlns:p14="http://schemas.microsoft.com/office/powerpoint/2010/main" val="198884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AF385-B85B-EF6C-1D45-8E2259014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0116"/>
            <a:ext cx="10515600" cy="2476211"/>
          </a:xfrm>
        </p:spPr>
        <p:txBody>
          <a:bodyPr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A</a:t>
            </a:r>
            <a:r>
              <a:rPr lang="en-US" sz="60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SHLEY </a:t>
            </a:r>
            <a:r>
              <a:rPr lang="en-US" sz="48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&amp;</a:t>
            </a: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 B</a:t>
            </a:r>
            <a:r>
              <a:rPr lang="en-US" sz="60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RYAN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aur" panose="02030504050205020304" pitchFamily="18" charset="0"/>
              </a:rPr>
              <a:t>October 17, 2026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aur" panose="02030504050205020304" pitchFamily="18" charset="0"/>
              </a:rPr>
              <a:t>Rose Hill Manor </a:t>
            </a:r>
            <a:r>
              <a:rPr lang="en-US" sz="24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aur" panose="02030504050205020304" pitchFamily="18" charset="0"/>
              </a:rPr>
              <a:t>~</a:t>
            </a:r>
            <a:r>
              <a:rPr lang="en-US" sz="36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aur" panose="02030504050205020304" pitchFamily="18" charset="0"/>
              </a:rPr>
              <a:t> Leesburg, Virginia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C293D2-0938-3BC5-B9D9-15BEC850645F}"/>
              </a:ext>
            </a:extLst>
          </p:cNvPr>
          <p:cNvSpPr txBox="1"/>
          <p:nvPr/>
        </p:nvSpPr>
        <p:spPr>
          <a:xfrm>
            <a:off x="9628909" y="5850082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119, 165, </a:t>
            </a:r>
            <a:r>
              <a:rPr lang="en-US" dirty="0">
                <a:solidFill>
                  <a:srgbClr val="77A594"/>
                </a:solidFill>
              </a:rPr>
              <a:t>148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A3E5C83-34BF-E196-2288-02BB4E4DA539}"/>
              </a:ext>
            </a:extLst>
          </p:cNvPr>
          <p:cNvSpPr txBox="1">
            <a:spLocks/>
          </p:cNvSpPr>
          <p:nvPr/>
        </p:nvSpPr>
        <p:spPr>
          <a:xfrm>
            <a:off x="3158836" y="4031674"/>
            <a:ext cx="5434446" cy="2317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O</a:t>
            </a:r>
            <a:r>
              <a:rPr lang="en-US" sz="60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ur </a:t>
            </a: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S</a:t>
            </a:r>
            <a:r>
              <a:rPr lang="en-US" sz="60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tory</a:t>
            </a:r>
          </a:p>
          <a:p>
            <a:pPr marL="0" indent="0" algn="r">
              <a:buNone/>
            </a:pPr>
            <a:r>
              <a:rPr lang="en-US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dobe Hebrew" panose="02040503050201020203" pitchFamily="18" charset="-79"/>
                <a:cs typeface="Adobe Hebrew" panose="02040503050201020203" pitchFamily="18" charset="-79"/>
              </a:rPr>
              <a:t>began not with a grand romantic gesture...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200" b="1" dirty="0">
              <a:solidFill>
                <a:srgbClr val="77A59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stellar" panose="020A0402060406010301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7C3162F-C20A-8632-2FBF-A514AE1514DD}"/>
              </a:ext>
            </a:extLst>
          </p:cNvPr>
          <p:cNvSpPr txBox="1">
            <a:spLocks/>
          </p:cNvSpPr>
          <p:nvPr/>
        </p:nvSpPr>
        <p:spPr>
          <a:xfrm>
            <a:off x="519545" y="602671"/>
            <a:ext cx="7803004" cy="23171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Q</a:t>
            </a:r>
            <a:r>
              <a:rPr lang="en-US" sz="48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&amp;</a:t>
            </a: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A</a:t>
            </a:r>
            <a:endParaRPr lang="en-US" sz="6000" b="1" dirty="0">
              <a:solidFill>
                <a:srgbClr val="77A59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stellar" panose="020A0402060406010301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dobe Hebrew" panose="02040503050201020203" pitchFamily="18" charset="-79"/>
                <a:cs typeface="Adobe Hebrew" panose="02040503050201020203" pitchFamily="18" charset="-79"/>
              </a:rPr>
              <a:t>Everything you’ll need to know for the big day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200" b="1" dirty="0">
              <a:solidFill>
                <a:srgbClr val="77A59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stellar" panose="020A0402060406010301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271EF3-4881-E83C-3F8F-4E2EE614424D}"/>
              </a:ext>
            </a:extLst>
          </p:cNvPr>
          <p:cNvSpPr txBox="1">
            <a:spLocks/>
          </p:cNvSpPr>
          <p:nvPr/>
        </p:nvSpPr>
        <p:spPr>
          <a:xfrm>
            <a:off x="4797136" y="2779574"/>
            <a:ext cx="5760028" cy="1345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dobe Hebrew" panose="02040503050201020203" pitchFamily="18" charset="-79"/>
                <a:cs typeface="Adobe Hebrew" panose="02040503050201020203" pitchFamily="18" charset="-79"/>
              </a:rPr>
              <a:t>Photo Gallery</a:t>
            </a:r>
          </a:p>
        </p:txBody>
      </p:sp>
    </p:spTree>
    <p:extLst>
      <p:ext uri="{BB962C8B-B14F-4D97-AF65-F5344CB8AC3E}">
        <p14:creationId xmlns:p14="http://schemas.microsoft.com/office/powerpoint/2010/main" val="3092668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4AD5DC-6F33-EBC8-74EE-876435D6620E}"/>
              </a:ext>
            </a:extLst>
          </p:cNvPr>
          <p:cNvSpPr txBox="1">
            <a:spLocks/>
          </p:cNvSpPr>
          <p:nvPr/>
        </p:nvSpPr>
        <p:spPr>
          <a:xfrm>
            <a:off x="0" y="2815935"/>
            <a:ext cx="7710055" cy="1226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P</a:t>
            </a:r>
            <a:r>
              <a:rPr lang="en-US" sz="60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hoto</a:t>
            </a: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 G</a:t>
            </a:r>
            <a:r>
              <a:rPr lang="en-US" sz="60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allery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BC9A49-A874-E993-FE0E-4997B78A204E}"/>
              </a:ext>
            </a:extLst>
          </p:cNvPr>
          <p:cNvSpPr txBox="1">
            <a:spLocks/>
          </p:cNvSpPr>
          <p:nvPr/>
        </p:nvSpPr>
        <p:spPr>
          <a:xfrm>
            <a:off x="980209" y="682335"/>
            <a:ext cx="10515600" cy="2982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T</a:t>
            </a:r>
            <a:r>
              <a:rPr lang="en-US" sz="60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imeline </a:t>
            </a:r>
            <a:r>
              <a:rPr lang="en-US" sz="48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of</a:t>
            </a: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 E</a:t>
            </a:r>
            <a:r>
              <a:rPr lang="en-US" sz="60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vents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40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aur" panose="02030504050205020304" pitchFamily="18" charset="0"/>
              </a:rPr>
              <a:t>Wedding Day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aur" panose="02030504050205020304" pitchFamily="18" charset="0"/>
              </a:rPr>
              <a:t>October 17, 2026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aur" panose="02030504050205020304" pitchFamily="18" charset="0"/>
              </a:rPr>
              <a:t>4:00 PM – 10:30 PM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40AE69-838E-B46B-36A1-8A2C3B3E3683}"/>
              </a:ext>
            </a:extLst>
          </p:cNvPr>
          <p:cNvSpPr txBox="1">
            <a:spLocks/>
          </p:cNvSpPr>
          <p:nvPr/>
        </p:nvSpPr>
        <p:spPr>
          <a:xfrm>
            <a:off x="3771899" y="3927762"/>
            <a:ext cx="8513619" cy="1911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A</a:t>
            </a:r>
            <a:r>
              <a:rPr lang="en-US" sz="60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bout </a:t>
            </a:r>
            <a:r>
              <a:rPr lang="en-US" sz="48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the</a:t>
            </a: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 V</a:t>
            </a:r>
            <a:r>
              <a:rPr lang="en-US" sz="60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enue</a:t>
            </a:r>
          </a:p>
          <a:p>
            <a:pPr marL="0" indent="0" algn="ctr">
              <a:buNone/>
            </a:pPr>
            <a:r>
              <a:rPr lang="en-US" sz="44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aur" panose="02030504050205020304" pitchFamily="18" charset="0"/>
              </a:rPr>
              <a:t>Rose Hill Manor ~ Leesburg, VA</a:t>
            </a:r>
          </a:p>
        </p:txBody>
      </p:sp>
    </p:spTree>
    <p:extLst>
      <p:ext uri="{BB962C8B-B14F-4D97-AF65-F5344CB8AC3E}">
        <p14:creationId xmlns:p14="http://schemas.microsoft.com/office/powerpoint/2010/main" val="3191661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CF0DFD-4C78-D23D-8B4D-36B435F78F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045" y="1095285"/>
            <a:ext cx="6744537" cy="4667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9AEA74-26FF-7558-F3F7-152E011C1C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839" y="384461"/>
            <a:ext cx="6452948" cy="608907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A9463EB-41F4-B24D-923F-0B9421185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1627" y="2468970"/>
            <a:ext cx="6965372" cy="2529057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8621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dobe Hebrew" panose="02040503050201020203" pitchFamily="18" charset="-79"/>
                <a:cs typeface="Adobe Hebrew" panose="02040503050201020203" pitchFamily="18" charset="-79"/>
              </a:rPr>
              <a:t>Where Should I Stay if I Come From Out of Town?</a:t>
            </a:r>
          </a:p>
        </p:txBody>
      </p:sp>
    </p:spTree>
    <p:extLst>
      <p:ext uri="{BB962C8B-B14F-4D97-AF65-F5344CB8AC3E}">
        <p14:creationId xmlns:p14="http://schemas.microsoft.com/office/powerpoint/2010/main" val="1649638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81B753-0AB9-ABF0-F713-D6B1BE3FF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780" y="781528"/>
            <a:ext cx="7506748" cy="5591955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19F963-3E47-BBCD-5BB3-B687BDA57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52" y="532148"/>
            <a:ext cx="7106642" cy="5544324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6DBF75-849B-69FA-E449-864F8401E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647" y="532148"/>
            <a:ext cx="7001852" cy="5744377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79ECF7-DA92-2BB5-BFA0-E4E7B5C4BD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179" y="413916"/>
            <a:ext cx="6925642" cy="6030167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207393-FE26-3BB8-C70E-6B9A116F94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1205" y="442495"/>
            <a:ext cx="7449590" cy="5973009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1883421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E6813-655E-54A8-F0C7-D63C0893F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Our story began not with a grand romantic gesture, but with a shared office, engineering projects, and plenty of coffee breaks at Vandenberg Space Force Base in California. What started as an easy friendship between two engineers - bonding over problem-solving, long workdays, and a mutual love of all things aerospace - slowly turned into something more.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Between launches, deadlines, and laughter-filled conversations, we discovered that the best partnerships aren’t just built in the office or on the launch pad. They’re built on trust, respect, and a shared sense of adventure. From colleagues to close friends to soulmates, our relationship grew naturally, grounded in the same teamwork that first brought us together.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Now, we're launching our greatest adventure yet together. 🚀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774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4270</TotalTime>
  <Words>229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Adobe Hebrew</vt:lpstr>
      <vt:lpstr>Aptos</vt:lpstr>
      <vt:lpstr>Aptos Display</vt:lpstr>
      <vt:lpstr>Arial</vt:lpstr>
      <vt:lpstr>Castellar</vt:lpstr>
      <vt:lpstr>Centaur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Alexis Barclift</dc:creator>
  <cp:lastModifiedBy>Alexis Barclift</cp:lastModifiedBy>
  <cp:revision>1</cp:revision>
  <dcterms:created xsi:type="dcterms:W3CDTF">2026-03-22T01:40:28Z</dcterms:created>
  <dcterms:modified xsi:type="dcterms:W3CDTF">2026-03-26T01:52:03Z</dcterms:modified>
</cp:coreProperties>
</file>